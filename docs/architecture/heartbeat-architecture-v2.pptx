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cqtM4hXXPBIJ5/OFbCfW3gED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828800"/>
            <a:ext cx="9144000" cy="4572"/>
          </a:xfrm>
          <a:prstGeom prst="rect">
            <a:avLst/>
          </a:prstGeom>
          <a:noFill/>
          <a:ln cap="flat" cmpd="sng" w="9525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noFill/>
          <a:ln cap="flat" cmpd="sng" w="9525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HEARTBEAT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TAK Server Deployment &amp; Management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A7A9A"/>
                </a:solidFill>
                <a:latin typeface="Consolas"/>
                <a:ea typeface="Consolas"/>
                <a:cs typeface="Consolas"/>
                <a:sym typeface="Consolas"/>
              </a:rPr>
              <a:t>Architecture 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Three-tier backend abstraction with auto-lifecycle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SYSTEM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74320" y="548640"/>
            <a:ext cx="6035040" cy="50292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74320" y="548640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11480" y="621792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CLI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11480" y="896112"/>
            <a:ext cx="576072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./heartbeat — 18 prefix-matched commands (310 lines bash)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74320" y="1143000"/>
            <a:ext cx="603504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274320" y="114300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11480" y="1216152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BACKEND 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11480" y="1490472"/>
            <a:ext cx="576072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lib/backends/interface.sh — abstract contract: start/stop/reset/status/health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74320" y="1737360"/>
            <a:ext cx="1920240" cy="109728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274320" y="1737360"/>
            <a:ext cx="54864" cy="10972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11480" y="1810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FreeTAK (Lite)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11480" y="2084832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 only · No auth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Docker or Python venv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 :8087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✓ IMPLEMENTED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331720" y="1737360"/>
            <a:ext cx="1920240" cy="109728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331720" y="173736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2468880" y="1810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OpenTAK (Standard)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468880" y="2084832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SSL + WebTAK · systemd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 :8088/:8089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Web :8443 · Flask :8081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✓ IMPLEMENTED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389120" y="1737360"/>
            <a:ext cx="1920240" cy="1097280"/>
          </a:xfrm>
          <a:prstGeom prst="rect">
            <a:avLst/>
          </a:prstGeom>
          <a:solidFill>
            <a:srgbClr val="111A2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26280" y="181051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TAK Server (Enterprise)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tak.gov · Full federation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NOT 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2971800"/>
            <a:ext cx="29718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74320" y="2971800"/>
            <a:ext cx="54864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11480" y="304495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RECORDING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1480" y="3319272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recorder.py → TCP CoT client daemon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cot_parser.py → XML stream parser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SA keepalive 240s · auto-reconnect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→ cot_records.db (SQLite WAL)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337560" y="2971800"/>
            <a:ext cx="29718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37560" y="2971800"/>
            <a:ext cx="54864" cy="914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474720" y="304495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EXPORT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474720" y="3319272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exporter.py → SQLite → GeoPackage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gpkg_writer.py (no GDAL · shapely)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Raw mode: CoT type prefix classify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GCM mode: gcm-mapping.yml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4320" y="4023360"/>
            <a:ext cx="6035040" cy="41148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74320" y="402336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11480" y="4096512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AUTO-LIFECYCLE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4370832"/>
            <a:ext cx="576072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start→wait→health→record  |  stop→export→shutdown  |  restart→reset 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83680" y="548640"/>
            <a:ext cx="2286000" cy="123444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583680" y="548640"/>
            <a:ext cx="54864" cy="123444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720840" y="6217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A7A9A"/>
                </a:solidFill>
                <a:latin typeface="Consolas"/>
                <a:ea typeface="Consolas"/>
                <a:cs typeface="Consolas"/>
                <a:sym typeface="Consolas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720840" y="896112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Bash CLI + Python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310 lines · 18 commands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Backend-agnostic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Auto-lifecycle hooks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Network: Tailscale VPN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0" y="1920240"/>
            <a:ext cx="2286000" cy="100584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583680" y="1920240"/>
            <a:ext cx="54864" cy="100584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720840" y="1993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A7A9A"/>
                </a:solidFill>
                <a:latin typeface="Consolas"/>
                <a:ea typeface="Consolas"/>
                <a:cs typeface="Consolas"/>
                <a:sym typeface="Consolas"/>
              </a:rPr>
              <a:t>KEY TECH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20840" y="226771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Bash + Python · CoT 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SQLite WAL · GeoPackage · shapely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Docker / systemd · Nginx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RabbitMQ · PostgreSQL · mTLS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583680" y="3063240"/>
            <a:ext cx="22860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583680" y="3063240"/>
            <a:ext cx="54864" cy="914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720840" y="3136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NOT IMPLEMENTED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720840" y="34107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✗ Enterprise 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✗ Federation 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✗ GPKG import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✗ Export time filters / live mode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A9ABF"/>
                </a:solidFill>
                <a:latin typeface="Consolas"/>
                <a:ea typeface="Consolas"/>
                <a:cs typeface="Consolas"/>
                <a:sym typeface="Consolas"/>
              </a:rPr>
              <a:t>TAILSCALE VPN · iTAK · ATAK · WinTAK · WebTAK · QGIS/ArcGIS · External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DATA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CoT stream ingestion through GeoPackage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DATA PIPELINE — RECORD → EXPORT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74320" y="640080"/>
            <a:ext cx="1828800" cy="8229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4320" y="64008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11480" y="7132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TAK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1148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FreeTAK :8087 (TCP)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OpenTAK :8088 (TCP)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Continuous CoT 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468880" y="640080"/>
            <a:ext cx="2011680" cy="8229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2468880" y="640080"/>
            <a:ext cx="54864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2606040" y="7132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recorder.py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606040" y="9875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 socket daemon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SA keepalive 240s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Auto-reconnect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846320" y="640080"/>
            <a:ext cx="2011680" cy="8229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846320" y="640080"/>
            <a:ext cx="54864" cy="822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983480" y="7132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cot_parser.py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983480" y="9875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CotStreamParser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Buffers partial TCP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Yields &lt;event&gt; 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057400" y="822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434840" y="822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20040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286000" y="1920240"/>
            <a:ext cx="2743200" cy="12801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286000" y="1920240"/>
            <a:ext cx="54864" cy="12801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2423160" y="19933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cot_records.db (SQLite WAL)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423160" y="226771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recording_sessions: session_id, start/end, 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cot_events: uid, type, callsign, lat, lon, hae...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  UNIQUE(uid, time) — INSERT OR IGNORE dedup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cot_geometry_points: routes &amp; polygons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394960" y="1920240"/>
            <a:ext cx="3474720" cy="5943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394960" y="1920240"/>
            <a:ext cx="54864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532120" y="1993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exporter.py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532120" y="22677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RAW: classify by CoT type prefix (a-f-*→Point, b-m-r-*→Line...)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GCM: gcm_mapper.py + config/gcm-mapping.yml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949440" y="2514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94960" y="2788920"/>
            <a:ext cx="3474720" cy="6858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394960" y="2788920"/>
            <a:ext cx="54864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532120" y="28620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gpkg_writer.py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532120" y="3136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OGC GeoPackage — NO GDAL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GP binary header (40B) + WKB via shapely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EPSG:4326 WGS84 · sqlite3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949440" y="34747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394960" y="3749040"/>
            <a:ext cx="3474720" cy="50292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394960" y="3749040"/>
            <a:ext cx="54864" cy="50292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532120" y="3822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output.gpkg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532120" y="4096512"/>
            <a:ext cx="3200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→ QGIS · ArcGIS · GeoPandas · External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1920240"/>
            <a:ext cx="1828800" cy="146304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274320" y="1920240"/>
            <a:ext cx="54864" cy="146304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11480" y="199339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A7A9A"/>
                </a:solidFill>
                <a:latin typeface="Consolas"/>
                <a:ea typeface="Consolas"/>
                <a:cs typeface="Consolas"/>
                <a:sym typeface="Consolas"/>
              </a:rPr>
              <a:t>CoT TYPE → GEOMETRY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1480" y="2267712"/>
            <a:ext cx="1554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a-f-*, a-n-*     →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b-m-p-*          → Point (markers)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b-m-r-*, u-d-r-* → LineString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u-d-f-*          → Polygon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Auto-export on ./heartbeat stop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if cot_records.db exists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7A9A"/>
                </a:solidFill>
                <a:latin typeface="Consolas"/>
                <a:ea typeface="Consolas"/>
                <a:cs typeface="Consolas"/>
                <a:sym typeface="Consolas"/>
              </a:rPr>
              <a:t>① INGEST          ② PARSE &amp; STORE          ③ CLASSIFY &amp; EXPORT          ④ CONSUME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CLI COMMAND DISPATCH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./heartbeat &lt;cmd&gt; — prefix-matched routing to library functions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CLI COMMAND DISPATCH — 18 COMMANDS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74320" y="4572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SERVER LIFECYCLE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74320" y="731520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11480" y="8046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11480" y="107899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backend_start→wait→health→record_start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4320" y="1261872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74320" y="1261872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11480" y="13350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11480" y="1609344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record_stop→auto-export→backend_stop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74320" y="1792224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74320" y="1792224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11480" y="18653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restart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11480" y="2139696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OTS:reset channels / FTS:stop→2s→start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74320" y="2322576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74320" y="2322576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11480" y="2395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reset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11480" y="2670048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full infra restart (rabbitmq/pg/nginx)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74320" y="2852928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74320" y="2852928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11480" y="2926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11480" y="3200400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backend_status + ports + recorder + 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74320" y="338328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74320" y="3383280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11480" y="34564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listen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11480" y="373075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live colorized log stream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74320" y="3913632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74320" y="3913632"/>
            <a:ext cx="54864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11480" y="3986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logs [-f]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11480" y="4261104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backend_logs()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00400" y="4572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TEAM &amp; 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200400" y="731520"/>
            <a:ext cx="54864" cy="4572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337560" y="8046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qr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337560" y="107899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QR code (terminal + PNG)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200400" y="1261872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200400" y="1261872"/>
            <a:ext cx="54864" cy="4572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337560" y="13350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tailscale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337560" y="1609344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detect VPN IP → set SERVER_IP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00400" y="1792224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200400" y="1792224"/>
            <a:ext cx="54864" cy="4572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337560" y="18653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package [name]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337560" y="2139696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.zip connection pkg (auto-name)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200400" y="2322576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200400" y="2322576"/>
            <a:ext cx="54864" cy="4572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37560" y="2395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packages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37560" y="2670048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list all generated packages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200400" y="2852928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200400" y="2852928"/>
            <a:ext cx="54864" cy="4572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337560" y="2926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serve [port]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337560" y="3200400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 :9000 + auto-generate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200400" y="34290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RECORDING &amp;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00400" y="370332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200400" y="3703320"/>
            <a:ext cx="54864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337560" y="37764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record start|stop|status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337560" y="405079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record.sh → recorder.py daemon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200400" y="4233672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200400" y="4233672"/>
            <a:ext cx="54864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337560" y="43068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export [-o] [--gcm]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337560" y="4581144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export.sh → exporter.py → gpkg_writer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126480" y="4572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126480" y="731520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263640" y="8046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info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263640" y="107899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IP, ports, backend, WebTAK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126480" y="1261872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126480" y="1261872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263640" y="13350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263640" y="1609344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backend_update()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126480" y="1792224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126480" y="1792224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263640" y="18653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systemd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63640" y="2139696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install as systemd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126480" y="2322576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126480" y="2322576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clean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263640" y="2670048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remove pkgs/logs/PIDs/certs/vols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126480" y="2852928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126480" y="2852928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263640" y="2926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uninstall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263640" y="3200400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backend_uninstall()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126480" y="3383280"/>
            <a:ext cx="27432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126480" y="3383280"/>
            <a:ext cx="54864" cy="45720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263640" y="34564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263640" y="3730752"/>
            <a:ext cx="24688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usage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126480" y="3977640"/>
            <a:ext cx="2743200" cy="731520"/>
          </a:xfrm>
          <a:prstGeom prst="rect">
            <a:avLst/>
          </a:prstGeom>
          <a:solidFill>
            <a:srgbClr val="1A2510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263640" y="4023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PREFIX MATCHING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"st" → start   "sta" → ambiguous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07890"/>
                </a:solidFill>
                <a:latin typeface="Calibri"/>
                <a:ea typeface="Calibri"/>
                <a:cs typeface="Calibri"/>
                <a:sym typeface="Calibri"/>
              </a:rPr>
              <a:t>Shortest unambiguous prefix accepted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BACKEND ABSTRACTION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lib/backends/interface.sh — contract pattern for TAK server implementations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BACKEND ABSTRACTION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743200" y="457200"/>
            <a:ext cx="365760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2743200" y="457200"/>
            <a:ext cx="54864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880360" y="5303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HEARTBEAT CLI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 flipH="1" rot="10800000">
            <a:off x="2880360" y="758952"/>
            <a:ext cx="33832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heartbeat script (310 lines)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2286000" y="10058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2423160" y="107899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lib/server.sh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423160" y="1353312"/>
            <a:ext cx="4297680" cy="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_load_backend() — sources backend file, validates all required 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914400" y="1691640"/>
            <a:ext cx="54864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051560" y="17647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lib/backends/interface.sh — ABSTRACT CONTRACT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051560" y="2039112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backend_start()  ·  backend_stop()  ·  backend_reset()  ·  backend_status()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backend_logs()   ·  backend_update() · backend_uninstall() · backend_supports()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backend_get_ports() · backend_get_package() · backend_health_check()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389120" y="8046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389120" y="1463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74320" y="2743200"/>
            <a:ext cx="2743200" cy="201168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274320" y="2743200"/>
            <a:ext cx="54864" cy="20116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11480" y="28163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lib/backends/freetak.sh — 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11480" y="3090672"/>
            <a:ext cx="2468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Deploy: Docker or Python venv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CoT: TCP :8087 (unencrypted)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Auth: None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WebTAK: 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SSL: 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OVERRIDES: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start → docker-compose up / venv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stop → docker-compose down / kill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health → curl :19023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supports(federation) → 1 (no)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200400" y="2743200"/>
            <a:ext cx="2743200" cy="201168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200400" y="2743200"/>
            <a:ext cx="54864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337560" y="28163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lib/backends/opentak.sh — STANDARD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337560" y="3090672"/>
            <a:ext cx="2468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Deploy: Native systemd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CoT: TCP :8088 + SSL :8089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Auth: Certificate enrollment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WebTAK: Yes (:8443 HTTPS)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SSL: mTLS via Nginx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OVERRIDES: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start → systemctl start opentakserver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reset → restart rabbitmq/postgres/nginx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health → curl :8081/api/health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supports(federation) → 1 (limited)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126480" y="2743200"/>
            <a:ext cx="2743200" cy="2011680"/>
          </a:xfrm>
          <a:prstGeom prst="rect">
            <a:avLst/>
          </a:prstGeom>
          <a:solidFill>
            <a:srgbClr val="111A2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263640" y="283464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lib/backends/takserver.sh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ENTERPRISE — NOT 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Deploy: tak.gov Docker/installer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 PKI + group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Federation 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FILE DOES NOT EXIST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NETWORK &amp; PORT TOPOLOGY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Port allocation by backend — external vs localhost-only 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PORT TOPOLOGY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74320" y="384048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FREETAK (LITE)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74320" y="640080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20040" y="640080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8087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14400" y="64008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 — CoT data (unencrypted)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74320" y="987552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20040" y="987552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8089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914400" y="98755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onsolas"/>
                <a:ea typeface="Consolas"/>
                <a:cs typeface="Consolas"/>
                <a:sym typeface="Consolas"/>
              </a:rPr>
              <a:t>TCP — CoT SSL — unused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274320" y="1335024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20040" y="1335024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8443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14400" y="1335024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HTTPS — DataPackage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74320" y="1682496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320040" y="1682496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9000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914400" y="168249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 — heartbeat serve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74320" y="2029968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20040" y="2029968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19023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14400" y="2029968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onsolas"/>
                <a:ea typeface="Consolas"/>
                <a:cs typeface="Consolas"/>
                <a:sym typeface="Consolas"/>
              </a:rPr>
              <a:t>HTTP — REST API (localhost)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754880" y="384048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OPENTAK (STANDARD)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754880" y="640080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800600" y="640080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8088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394960" y="64008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 — eud_handler — CoT TCP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754880" y="987552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800600" y="987552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8089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394960" y="98755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TCP/TLS — eud_handler_ssl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754880" y="1335024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800600" y="1335024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8080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394960" y="1335024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 — Nginx → WebTAK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754880" y="1682496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800600" y="1682496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8443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394960" y="168249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HTTPS — Nginx → WebTAK+Marti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754880" y="2029968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800600" y="2029968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8883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394960" y="2029968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TCP/TLS — MQTTS proxy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754880" y="2377440"/>
            <a:ext cx="4114800" cy="301752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4800600" y="2377440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9000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394960" y="237744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HTTP — heartbeat serve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754880" y="2724912"/>
            <a:ext cx="4114800" cy="301752"/>
          </a:xfrm>
          <a:prstGeom prst="rect">
            <a:avLst/>
          </a:prstGeom>
          <a:solidFill>
            <a:srgbClr val="111A2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800600" y="2724912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8081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394960" y="272491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HTTP — Flask (localhost)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754880" y="3072384"/>
            <a:ext cx="4114800" cy="301752"/>
          </a:xfrm>
          <a:prstGeom prst="rect">
            <a:avLst/>
          </a:prstGeom>
          <a:solidFill>
            <a:srgbClr val="111A2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800600" y="3072384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5432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394960" y="3072384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TCP — PostgreSQL (localhost)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754880" y="3419856"/>
            <a:ext cx="4114800" cy="301752"/>
          </a:xfrm>
          <a:prstGeom prst="rect">
            <a:avLst/>
          </a:prstGeom>
          <a:solidFill>
            <a:srgbClr val="111A2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4800600" y="3419856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5672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394960" y="341985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TCP — RabbitMQ (localhost)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754880" y="3840480"/>
            <a:ext cx="54864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892040" y="3913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NGINX REVERSE PROXY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892040" y="4187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:8080 HTTP  → :8081 Flask (proxy_pass)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:8443 HTTPS → :8081 Flask (SSL termination)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:8883 MQTTS → :1883 RabbitMQ (stream)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74320" y="2468880"/>
            <a:ext cx="4114800" cy="640080"/>
          </a:xfrm>
          <a:prstGeom prst="rect">
            <a:avLst/>
          </a:prstGeom>
          <a:solidFill>
            <a:srgbClr val="1A1A1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411480" y="25146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PORT OVERLAP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:8443 shared (different services) · :8089 FTS unused/OTS active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07890"/>
                </a:solidFill>
                <a:latin typeface="Calibri"/>
                <a:ea typeface="Calibri"/>
                <a:cs typeface="Calibri"/>
                <a:sym typeface="Calibri"/>
              </a:rPr>
              <a:t>Only one backend runs at a time — no collision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AUTO-LIFECYCLE SEQUENCES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Automated state transitions — record auto-starts, export triggers on stop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AUTO-LIFECYCLE SEQUENCES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274320" y="5029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① 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371600" y="502920"/>
            <a:ext cx="166878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1371600" y="502920"/>
            <a:ext cx="36576" cy="3657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1417320" y="521208"/>
            <a:ext cx="15773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backend_start()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012948" y="5029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177540" y="502920"/>
            <a:ext cx="166878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3177540" y="502920"/>
            <a:ext cx="36576" cy="3657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223260" y="521208"/>
            <a:ext cx="15773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_wait_for_server()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818888" y="5029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983480" y="502920"/>
            <a:ext cx="166878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4983480" y="502920"/>
            <a:ext cx="36576" cy="3657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5029200" y="521208"/>
            <a:ext cx="15773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0916C"/>
                </a:solidFill>
                <a:latin typeface="Consolas"/>
                <a:ea typeface="Consolas"/>
                <a:cs typeface="Consolas"/>
                <a:sym typeface="Consolas"/>
              </a:rPr>
              <a:t>health_check()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6624828" y="5029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789420" y="502920"/>
            <a:ext cx="1668780" cy="365760"/>
          </a:xfrm>
          <a:prstGeom prst="rect">
            <a:avLst/>
          </a:prstGeom>
          <a:solidFill>
            <a:srgbClr val="1A2D1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789420" y="502920"/>
            <a:ext cx="36576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835140" y="521208"/>
            <a:ext cx="15773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record_start() AUTO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274320" y="10515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② STOP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371600" y="1051560"/>
            <a:ext cx="227076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1371600" y="1051560"/>
            <a:ext cx="36576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1417320" y="106984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record_stop()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614928" y="105156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3779520" y="1051560"/>
            <a:ext cx="2270760" cy="365760"/>
          </a:xfrm>
          <a:prstGeom prst="rect">
            <a:avLst/>
          </a:prstGeom>
          <a:solidFill>
            <a:srgbClr val="1A2D1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3779520" y="1051560"/>
            <a:ext cx="36576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3825240" y="106984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cmd_export() AUTO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6022848" y="105156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6187440" y="1051560"/>
            <a:ext cx="227076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6187440" y="1051560"/>
            <a:ext cx="36576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233160" y="106984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76F51"/>
                </a:solidFill>
                <a:latin typeface="Consolas"/>
                <a:ea typeface="Consolas"/>
                <a:cs typeface="Consolas"/>
                <a:sym typeface="Consolas"/>
              </a:rPr>
              <a:t>backend_stop()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274320" y="16002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③ RESTART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371600" y="1600200"/>
            <a:ext cx="227076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371600" y="1600200"/>
            <a:ext cx="36576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1417320" y="161848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record_stop()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3614928" y="16002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3779520" y="1600200"/>
            <a:ext cx="227076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779520" y="1600200"/>
            <a:ext cx="36576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825240" y="161848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OTS:reset / FTS:stop→2s→start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6022848" y="16002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187440" y="1600200"/>
            <a:ext cx="2270760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6187440" y="1600200"/>
            <a:ext cx="36576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6233160" y="1618488"/>
            <a:ext cx="2179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record_start()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274320" y="21488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④ RESET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371600" y="2148840"/>
            <a:ext cx="1307592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1371600" y="2148840"/>
            <a:ext cx="36576" cy="36576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1417320" y="2167128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record_stop()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2651760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77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816352" y="2148840"/>
            <a:ext cx="1307592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2816352" y="2148840"/>
            <a:ext cx="36576" cy="36576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2862072" y="2167128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backend_reset()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096512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77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261104" y="2148840"/>
            <a:ext cx="1307592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4261104" y="2148840"/>
            <a:ext cx="36576" cy="36576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4306824" y="2167128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_wait_for_server()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541264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77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5705856" y="2148840"/>
            <a:ext cx="1307592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705856" y="2148840"/>
            <a:ext cx="36576" cy="36576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5751576" y="2167128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health_check()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986016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77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7150608" y="2148840"/>
            <a:ext cx="1307592" cy="36576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7150608" y="2148840"/>
            <a:ext cx="36576" cy="365760"/>
          </a:xfrm>
          <a:prstGeom prst="rect">
            <a:avLst/>
          </a:prstGeom>
          <a:solidFill>
            <a:srgbClr val="BB7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7196328" y="2167128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77D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BB77DD"/>
                </a:solidFill>
                <a:latin typeface="Consolas"/>
                <a:ea typeface="Consolas"/>
                <a:cs typeface="Consolas"/>
                <a:sym typeface="Consolas"/>
              </a:rPr>
              <a:t>record_start()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274320" y="2834640"/>
            <a:ext cx="27432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274320" y="2834640"/>
            <a:ext cx="54864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411480" y="29077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RECORD AUTO-MANAGEMENT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11480" y="318211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Recorder starts on server start.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Recorder stops on stop/restart/reset.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SA keepalive every 240s or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drops the TCP connection.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3200400" y="2834640"/>
            <a:ext cx="27432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3200400" y="2834640"/>
            <a:ext cx="54864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3337560" y="29077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AUTO-EXPORT ON STOP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337560" y="318211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Stop checks if cot_records.db exists.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If yes → exports to .gpkg before shutdown.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Output: data/cot_export_*.gpkg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Opens in QGIS, ArcGIS, GeoPandas.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6126480" y="2834640"/>
            <a:ext cx="2743200" cy="914400"/>
          </a:xfrm>
          <a:prstGeom prst="rect">
            <a:avLst/>
          </a:prstGeom>
          <a:solidFill>
            <a:srgbClr val="1A2D4A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6126480" y="283464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6263640" y="29077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BACKEND-SPECIFIC RESTART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263640" y="318211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OTS: server_reset() clears stale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  RabbitMQ broker channels.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FTS: simple stop → 2s delay → start.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Reset: full infra restart for OTS.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10182A"/>
          </a:solidFill>
          <a:ln cap="flat" cmpd="sng" w="9525">
            <a:solidFill>
              <a:srgbClr val="5A7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OPERATOR PHILOSOPHY: </a:t>
            </a:r>
            <a:r>
              <a:rPr b="0" i="0" lang="en-US" sz="10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./setup.sh → ./heartbeat start → phones connect → ./heartbeat stop → GeoPackage with all spatial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onsolas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HEARTBEAT v2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0B8D0"/>
                </a:solidFill>
                <a:latin typeface="Consolas"/>
                <a:ea typeface="Consolas"/>
                <a:cs typeface="Consolas"/>
                <a:sym typeface="Consolas"/>
              </a:rPr>
              <a:t>setup.sh → heartbeat start → phones connect → heartbeat stop → GeoPackage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828800" y="2926080"/>
            <a:ext cx="5486400" cy="4572"/>
          </a:xfrm>
          <a:prstGeom prst="rect">
            <a:avLst/>
          </a:prstGeom>
          <a:noFill/>
          <a:ln cap="flat" cmpd="sng" w="9525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07890"/>
                </a:solidFill>
                <a:latin typeface="Consolas"/>
                <a:ea typeface="Consolas"/>
                <a:cs typeface="Consolas"/>
                <a:sym typeface="Consolas"/>
              </a:rPr>
              <a:t>TAK Server Deployment &amp; Management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2026-02-11T18:27:31Z</dcterms:created>
  <dc:creator>Heartbeat</dc:creator>
</cp:coreProperties>
</file>